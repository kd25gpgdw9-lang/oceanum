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b70f56a-3c1a-17d6-97ea-706d3a45d1cf}">
          <p14:sldIdLst>
            <p14:sldId id="256"/>
            <p14:sldId id="257"/>
            <p14:sldId id="258"/>
            <p14:sldId id="259"/>
          </p14:sldIdLst>
        </p14:section>
        <p14:section name="a) Três características" id="{0039daeb-ef9b-71c3-ff0a-d4c6c027eeba}">
          <p14:sldIdLst>
            <p14:sldId id="260"/>
          </p14:sldIdLst>
        </p14:section>
        <p14:section name="b) Sistema aberto" id="{c30d0dfb-4cc2-f570-1088-79ba8213644c}">
          <p14:sldIdLst>
            <p14:sldId id="261"/>
          </p14:sldIdLst>
        </p14:section>
        <p14:section name="c) Forças do ambiente externo" id="{a0570020-fd61-2221-dc54-ae26fb6d1be3}">
          <p14:sldIdLst>
            <p14:sldId id="262"/>
            <p14:sldId id="263"/>
          </p14:sldIdLst>
        </p14:section>
        <p14:section name="d) Complexidade do ambiente" id="{a485caad-26e0-0715-1258-0b301e4cf9fc}">
          <p14:sldIdLst>
            <p14:sldId id="264"/>
          </p14:sldIdLst>
        </p14:section>
        <p14:section name="e) Cultura organizacional" id="{0ebf2914-86e8-9394-ef8d-781e3339929f}">
          <p14:sldIdLst>
            <p14:sldId id="265"/>
            <p14:sldId id="266"/>
          </p14:sldIdLst>
        </p14:section>
        <p14:section name="f) Os gestores" id="{b13740d9-38ad-e67c-3707-4aabed192110}">
          <p14:sldIdLst>
            <p14:sldId id="267"/>
            <p14:sldId id="268"/>
          </p14:sldIdLst>
        </p14:section>
        <p14:section name="g) Diversidade, globalização e tecnologia" id="{32fcbc6f-f3c4-fd44-4b18-906892fb65b7}">
          <p14:sldIdLst>
            <p14:sldId id="269"/>
          </p14:sldIdLst>
        </p14:section>
        <p14:section name="Fecho" id="{1a7376cb-f66c-c955-fa23-c014fa20a92e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7" name="A1|rise|membro1" descr="Foto de Ryan Magalhã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752600"/>
            <a:ext cx="1143000" cy="1143000"/>
          </a:xfrm>
          <a:prstGeom prst="rect">
            <a:avLst/>
          </a:prstGeom>
        </p:spPr>
      </p:pic>
      <p:sp>
        <p:nvSpPr>
          <p:cNvPr id="8" name="A1|rise|membro1"/>
          <p:cNvSpPr/>
          <p:nvPr/>
        </p:nvSpPr>
        <p:spPr>
          <a:xfrm>
            <a:off x="10668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9" name="A1|rise|membro1"/>
          <p:cNvSpPr txBox="1"/>
          <p:nvPr/>
        </p:nvSpPr>
        <p:spPr>
          <a:xfrm>
            <a:off x="24638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22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24638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137142</a:t>
            </a:r>
            <a:endParaRPr lang="en-US" sz="1300" dirty="0"/>
          </a:p>
        </p:txBody>
      </p:sp>
      <p:sp>
        <p:nvSpPr>
          <p:cNvPr id="11" name="A2|rise|membro2"/>
          <p:cNvSpPr/>
          <p:nvPr/>
        </p:nvSpPr>
        <p:spPr>
          <a:xfrm>
            <a:off x="61722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12" name="A2|rise|membro2" descr="Foto de Guilherme Barrei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00" y="1752600"/>
            <a:ext cx="1143000" cy="1143000"/>
          </a:xfrm>
          <a:prstGeom prst="rect">
            <a:avLst/>
          </a:prstGeom>
        </p:spPr>
      </p:pic>
      <p:sp>
        <p:nvSpPr>
          <p:cNvPr id="13" name="A2|rise|membro2"/>
          <p:cNvSpPr/>
          <p:nvPr/>
        </p:nvSpPr>
        <p:spPr>
          <a:xfrm>
            <a:off x="64262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14" name="A2|rise|membro2"/>
          <p:cNvSpPr txBox="1"/>
          <p:nvPr/>
        </p:nvSpPr>
        <p:spPr>
          <a:xfrm>
            <a:off x="78232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22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78232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i="1" spc="200" kern="0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[______]</a:t>
            </a:r>
            <a:endParaRPr lang="en-US" sz="1300" dirty="0"/>
          </a:p>
        </p:txBody>
      </p:sp>
      <p:sp>
        <p:nvSpPr>
          <p:cNvPr id="16" name="A3|rise|escolha"/>
          <p:cNvSpPr/>
          <p:nvPr/>
        </p:nvSpPr>
        <p:spPr>
          <a:xfrm>
            <a:off x="812800" y="3365500"/>
            <a:ext cx="10566400" cy="1206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escolha"/>
          <p:cNvSpPr txBox="1"/>
          <p:nvPr/>
        </p:nvSpPr>
        <p:spPr>
          <a:xfrm>
            <a:off x="990600" y="3530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18" name="A3|rise|escolha"/>
          <p:cNvSpPr txBox="1"/>
          <p:nvPr/>
        </p:nvSpPr>
        <p:spPr>
          <a:xfrm>
            <a:off x="990600" y="3835400"/>
            <a:ext cx="1016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Mônica Cardoso, como decorreu a conversa e como tratámos as respostas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Objetivo, pessoas e estrutura: o que todas as organizações têm em comum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 e outputs: como a Nata Lisboa transforma recursos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gerais e de tarefa: clientes, concorrentes, economia e mais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fatores afetam a empresa e com que rapidez mudam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6 dimensões da cultura e como os colaboradores a aprendem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gestão, funções, papéis e competências da gerente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 e evolução tecnológica na Nata Lisboa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[Modelo de linguagem de grande escala]. https://claude.ai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(Anthropic)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slides, correção ortográfica e revisão do contexto do guião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2026-10-05T13:34:36Z</dcterms:created>
  <dcterms:modified xsi:type="dcterms:W3CDTF">2026-10-05T13:34:36Z</dcterms:modified>
</cp:coreProperties>
</file>